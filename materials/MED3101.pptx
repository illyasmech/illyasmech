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01-Apr-22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94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Fins or Extended surfaces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 engine cylinder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859" y="1600200"/>
            <a:ext cx="4096941" cy="409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1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3400" y="914400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Rectangular Fin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20200212_07164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6400" y="1600200"/>
            <a:ext cx="5934444" cy="5105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Triangular Fin</a:t>
            </a:r>
            <a:endParaRPr lang="en-US" dirty="0"/>
          </a:p>
        </p:txBody>
      </p:sp>
      <p:pic>
        <p:nvPicPr>
          <p:cNvPr id="4" name="Content Placeholder 3" descr="20200212_07173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28800" y="1295400"/>
            <a:ext cx="5667360" cy="504299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Pin Fin</a:t>
            </a:r>
            <a:endParaRPr lang="en-US" dirty="0"/>
          </a:p>
        </p:txBody>
      </p:sp>
      <p:pic>
        <p:nvPicPr>
          <p:cNvPr id="4" name="Picture 3" descr="20200212_07172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0" y="1371600"/>
            <a:ext cx="5852937" cy="5287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0200212_07163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199" y="381000"/>
            <a:ext cx="7330461" cy="610731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dirty="0" smtClean="0"/>
              <a:t>Engineering Applications of fins</a:t>
            </a:r>
            <a:endParaRPr lang="en-US" dirty="0"/>
          </a:p>
        </p:txBody>
      </p:sp>
      <p:pic>
        <p:nvPicPr>
          <p:cNvPr id="4" name="Content Placeholder 3" descr="download (1)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066800"/>
            <a:ext cx="2286000" cy="2000250"/>
          </a:xfrm>
        </p:spPr>
      </p:pic>
      <p:pic>
        <p:nvPicPr>
          <p:cNvPr id="5" name="Picture 4" descr="download (2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17786"/>
            <a:ext cx="2771775" cy="1844490"/>
          </a:xfrm>
          <a:prstGeom prst="rect">
            <a:avLst/>
          </a:prstGeom>
        </p:spPr>
      </p:pic>
      <p:pic>
        <p:nvPicPr>
          <p:cNvPr id="6" name="Picture 5" descr="download (3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276600"/>
            <a:ext cx="1819275" cy="2514600"/>
          </a:xfrm>
          <a:prstGeom prst="rect">
            <a:avLst/>
          </a:prstGeom>
        </p:spPr>
      </p:pic>
      <p:pic>
        <p:nvPicPr>
          <p:cNvPr id="7" name="Picture 6" descr="downloa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43000"/>
            <a:ext cx="2619375" cy="1743075"/>
          </a:xfrm>
          <a:prstGeom prst="rect">
            <a:avLst/>
          </a:prstGeom>
        </p:spPr>
      </p:pic>
      <p:pic>
        <p:nvPicPr>
          <p:cNvPr id="8" name="Picture 7" descr="download (5)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4200" y="3276600"/>
            <a:ext cx="2438400" cy="2515634"/>
          </a:xfrm>
          <a:prstGeom prst="rect">
            <a:avLst/>
          </a:prstGeom>
        </p:spPr>
      </p:pic>
      <p:pic>
        <p:nvPicPr>
          <p:cNvPr id="9" name="Picture 8" descr="download (6)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971800"/>
            <a:ext cx="1905000" cy="2157796"/>
          </a:xfrm>
          <a:prstGeom prst="rect">
            <a:avLst/>
          </a:prstGeom>
        </p:spPr>
      </p:pic>
      <p:pic>
        <p:nvPicPr>
          <p:cNvPr id="10" name="Picture 9" descr="download (7)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429529">
            <a:off x="6364651" y="5134397"/>
            <a:ext cx="2190200" cy="16703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17</Words>
  <Application>Microsoft Office PowerPoint</Application>
  <PresentationFormat>On-screen Show (4:3)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Fins or Extended surfaces </vt:lpstr>
      <vt:lpstr>IC engine cylinder</vt:lpstr>
      <vt:lpstr>PowerPoint Presentation</vt:lpstr>
      <vt:lpstr>Triangular Fin</vt:lpstr>
      <vt:lpstr>Pin Fin</vt:lpstr>
      <vt:lpstr>PowerPoint Presentation</vt:lpstr>
      <vt:lpstr>Engineering Applications of fins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Illyas</dc:creator>
  <cp:lastModifiedBy>Illyas</cp:lastModifiedBy>
  <cp:revision>10</cp:revision>
  <dcterms:created xsi:type="dcterms:W3CDTF">2006-08-16T00:00:00Z</dcterms:created>
  <dcterms:modified xsi:type="dcterms:W3CDTF">2022-04-01T04:29:21Z</dcterms:modified>
</cp:coreProperties>
</file>